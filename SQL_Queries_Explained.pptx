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SQL in Expense Tracker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Detailed Query Explanation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1. Table Creation (DDL)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expenses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expense_id SERIAL PRIMARY KEY,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INTEGER REFERENCES users(user_id),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category_id INTEGER REFERENCES categories(category_id),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 DECIMAL(10, 2) NOT NULL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SERIAL PRIMARY KEY: Autogenerates a unique, non-repeating integer for each expense.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REFERENCES users(user_id): Enforces Foreign Key constraints so an expense must belong to a real user.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DECIMAL(10, 2): Safely stores currency up to 10 total digits and precisely 2 decimal places to prevent float math errors.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2. Registering a User (INSERT)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users (name, email, password)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($1, $2, $3)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 user_id, name, email;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INSERT INTO ... VALUES: A standard command to append a brand new row to the 'users' table.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$1, $2, $3: Parameterized queries. These placeholders protect the database from SQL Injection attacks by safely sanitizing user input.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RETURNING: A PostgreSQL specific command that skips a second lookup query and immediately yields the generated ID and data.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3. Querying User Login (SELECT)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email = $1;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SELECT *: Fetches all columns (id, name, email, and the hashed bcrypt password) for the user.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WHERE email = $1: A strict filter ensuring we only pull the exact record matching the provided login email address.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With this data, the Node.js backend handles security by comparing the database password hash against what the user typed.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4. Adding a New Expense (INSERT)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expenses (user_id, category_id, amount, date, description)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($1, $2, $3, $4, $5)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 *;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Links the transaction to the specific logged-in user ($1) and their chosen UI category ($2).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Records the amount ($3), the date it occurred ($4), and an optional description string ($5).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RETURNING * outputs the complete new database row instantly so the React frontend can update the table without refreshing the page.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5. Fetching Dashboard Data (JOIN)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e.expense_id, e.amount, e.date, e.description, c.category_name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expenses 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categories c ON e.category_id = c.category_id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e.user_id = $1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e.date DESC;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JOIN categories c: Merges the 'expenses' and 'categories' tables by aligning their matching category_id columns.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This mapping is what enables the frontend to display 'Food &amp; Dining' instead of seeing the raw ID '1'.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WHERE e.user_id = $1: Validates security so users ONLY pull and view their personal expenses.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ORDER BY e.date DESC: Sorts the result set chronologically, pushing the newest expenses to the top of the table array.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6. Editing an Expense (UPDATE)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expenses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category_id = $1, amount = $2, date = $3, description = $4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expense_id = $5 AND user_id = $6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 *;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UPDATE expenses SET: Directly modifies existing column values in a specific row.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WHERE expense_id = $5: Locates the exact historical transaction the user wants to edit.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AND user_id = $6: Crucial security parameter. This prevents an attacker from supplying someone else's expense_id and maliciously altering it.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7. Deleting an Expense (DELETE)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expenses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expense_id = $1 AND user_id = $2;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DELETE FROM: Removes the specified row from the table database completely and permanently.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 mandatory WHERE clause ensures we don't accidentally wipe out every expense row.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AND user_id = $2: The same vital security ownership check. You can only delete an expense if you are actively authenticated as the creator.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2026-04-23T05:52:39Z</dcterms:created>
  <dcterms:modified xsi:type="dcterms:W3CDTF">2026-04-23T05:52:39Z</dcterms:modified>
</cp:coreProperties>
</file>